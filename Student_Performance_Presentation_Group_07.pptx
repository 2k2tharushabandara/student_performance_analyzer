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Student Performance Analyzer — Grade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Group 07 • May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&amp; objectives</a:t>
            </a:r>
          </a:p>
          <a:p>
            <a:pPr>
              <a:defRPr sz="2000"/>
            </a:pPr>
            <a:r>
              <a:t>Dataset &amp; features</a:t>
            </a:r>
          </a:p>
          <a:p>
            <a:pPr>
              <a:defRPr sz="2000"/>
            </a:pPr>
            <a:r>
              <a:t>Exploratory analysis</a:t>
            </a:r>
          </a:p>
          <a:p>
            <a:pPr>
              <a:defRPr sz="2000"/>
            </a:pPr>
            <a:r>
              <a:t>Preprocessing &amp; balancing</a:t>
            </a:r>
          </a:p>
          <a:p>
            <a:pPr>
              <a:defRPr sz="2000"/>
            </a:pPr>
            <a:r>
              <a:t>Model comparison &amp; selection</a:t>
            </a:r>
          </a:p>
          <a:p>
            <a:pPr>
              <a:defRPr sz="2000"/>
            </a:pPr>
            <a:r>
              <a:t>Evaluation results</a:t>
            </a:r>
          </a:p>
          <a:p>
            <a:pPr>
              <a:defRPr sz="2000"/>
            </a:pPr>
            <a:r>
              <a:t>Deployment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predict student grade category (A, B, C, D, Fail).</a:t>
            </a:r>
          </a:p>
          <a:p>
            <a:pPr>
              <a:defRPr sz="2000"/>
            </a:pPr>
            <a:r>
              <a:t>Use student attributes (study habits, attendance, GPA, etc.) to classify outcomes.</a:t>
            </a:r>
          </a:p>
          <a:p>
            <a:pPr>
              <a:defRPr sz="2000"/>
            </a:pPr>
            <a:r>
              <a:t>Emphasis on interpretability + deployable inference (API/UI).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 file: student_performance_grade.csv</a:t>
            </a:r>
          </a:p>
          <a:p>
            <a:pPr>
              <a:defRPr sz="2000"/>
            </a:pPr>
            <a:r>
              <a:t>Labeled rows (classification): 1,671</a:t>
            </a:r>
          </a:p>
          <a:p>
            <a:pPr>
              <a:defRPr sz="2000"/>
            </a:pPr>
            <a:r>
              <a:t>Features: 18 (numeric + categorical + binary)</a:t>
            </a:r>
          </a:p>
          <a:p>
            <a:pPr>
              <a:defRPr sz="2000"/>
            </a:pPr>
            <a:r>
              <a:t>Target: Grade (A, B, C, D, Fail) — imbalanced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EDA — Grade Distribution</a:t>
            </a:r>
          </a:p>
        </p:txBody>
      </p:sp>
      <p:pic>
        <p:nvPicPr>
          <p:cNvPr id="3" name="Picture 2" descr="eda_grad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702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Class imbalance: A dominates; D/Fail are rare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EDA — Numerical Feature Distributions</a:t>
            </a:r>
          </a:p>
        </p:txBody>
      </p:sp>
      <p:pic>
        <p:nvPicPr>
          <p:cNvPr id="3" name="Picture 2" descr="eda_num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5878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Key numeric patterns (hours studied, attendance, GPA, etc.)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EDA — Categorical Feature Boxplots</a:t>
            </a:r>
          </a:p>
        </p:txBody>
      </p:sp>
      <p:pic>
        <p:nvPicPr>
          <p:cNvPr id="3" name="Picture 2" descr="eda_categorical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Grade variations across categorical attributes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EDA — Correlation Heatmap</a:t>
            </a:r>
          </a:p>
        </p:txBody>
      </p:sp>
      <p:pic>
        <p:nvPicPr>
          <p:cNvPr id="3" name="Picture 2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6733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Correlations among numeric variables and final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Preprocessing &amp;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Encoding: ordinal + one-hot + binary mapping</a:t>
            </a:r>
          </a:p>
          <a:p>
            <a:pPr>
              <a:defRPr sz="2000"/>
            </a:pPr>
            <a:r>
              <a:t>Scaling: standardization for numeric features</a:t>
            </a:r>
          </a:p>
          <a:p>
            <a:pPr>
              <a:defRPr sz="2000"/>
            </a:pPr>
            <a:r>
              <a:t>Train/test split with stratification</a:t>
            </a:r>
          </a:p>
          <a:p>
            <a:pPr>
              <a:defRPr sz="2000"/>
            </a:pPr>
            <a:r>
              <a:t>Class imbalance handled via SMOTE</a:t>
            </a:r>
          </a:p>
          <a:p>
            <a:pPr>
              <a:defRPr sz="2000"/>
            </a:pPr>
            <a:r>
              <a:t>Before SMOTE: A=921, B=477, C=219, D=46, Fail=8</a:t>
            </a:r>
          </a:p>
          <a:p>
            <a:pPr>
              <a:defRPr sz="2000"/>
            </a:pPr>
            <a:r>
              <a:t>After SMOTE: all classes balanced to 921 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Model Comparison (CV F1 — weighted)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CV F1 (mean)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Best Model — Random Forest (Tuned)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Best params: n_estimators=200, max_depth=None, min_samples_split=2</a:t>
            </a:r>
          </a:p>
          <a:p>
            <a:pPr>
              <a:defRPr sz="2000"/>
            </a:pPr>
            <a:r>
              <a:t>Best CV F1 (weighted): 0.9264</a:t>
            </a:r>
          </a:p>
          <a:p>
            <a:pPr>
              <a:defRPr sz="2000"/>
            </a:pPr>
            <a:r>
              <a:t>Selected for balance of performance + interpretability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Test Set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Accuracy: 0.73</a:t>
            </a:r>
          </a:p>
          <a:p>
            <a:pPr>
              <a:defRPr sz="2000"/>
            </a:pPr>
            <a:r>
              <a:t>Weighted F1: 0.72</a:t>
            </a:r>
          </a:p>
          <a:p>
            <a:pPr>
              <a:defRPr sz="2000"/>
            </a:pPr>
            <a:r>
              <a:t>Macro F1: 0.49 (minority classes remain challenging)</a:t>
            </a:r>
          </a:p>
          <a:p>
            <a:pPr>
              <a:defRPr sz="2000"/>
            </a:pPr>
            <a:r>
              <a:t>Low recall for D and Fail reflects rare class scarcity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Confusion Matrix — Grade Classification</a:t>
            </a:r>
          </a:p>
        </p:txBody>
      </p:sp>
      <p:pic>
        <p:nvPicPr>
          <p:cNvPr id="3" name="Picture 2" descr="eval_clf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70539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Most confusion occurs among adjacent grades; minority classes hardest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Top Feature Importances (Random Forest)</a:t>
            </a:r>
          </a:p>
        </p:txBody>
      </p:sp>
      <p:pic>
        <p:nvPicPr>
          <p:cNvPr id="3" name="Picture 2" descr="eval_cl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Most influential features include GPA, attendance, study time, and anxiety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saved: model_classification.pkl + preprocessor_classification.pkl</a:t>
            </a:r>
          </a:p>
          <a:p>
            <a:pPr>
              <a:defRPr sz="2000"/>
            </a:pPr>
            <a:r>
              <a:t>Gradio app UI: app.py</a:t>
            </a:r>
          </a:p>
          <a:p>
            <a:pPr>
              <a:defRPr sz="2000"/>
            </a:pPr>
            <a:r>
              <a:t>Flask API endpoint: app_flask.py (/predict)</a:t>
            </a:r>
          </a:p>
          <a:p>
            <a:pPr>
              <a:defRPr sz="2000"/>
            </a:pPr>
            <a:r>
              <a:t>Supports JSON input → predicted grade + probabilities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Example input (Age=20, Study Method=Hybrid, Attendance=85%, GPA=3.2, …)</a:t>
            </a:r>
          </a:p>
          <a:p>
            <a:pPr>
              <a:defRPr sz="2000"/>
            </a:pPr>
            <a:r>
              <a:t>Predicted Grade: A</a:t>
            </a:r>
          </a:p>
          <a:p>
            <a:pPr>
              <a:defRPr sz="2000"/>
            </a:pPr>
            <a:r>
              <a:t>Probabilities: A=0.980, B=0.020, C=0.000, D=0.000, Fail=0.000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Minority classes (D/Fail) underrepresented → low recall</a:t>
            </a:r>
          </a:p>
          <a:p>
            <a:pPr>
              <a:defRPr sz="2000"/>
            </a:pPr>
            <a:r>
              <a:t>Collect more data for rare classes; explore cost-sensitive learning</a:t>
            </a:r>
          </a:p>
          <a:p>
            <a:pPr>
              <a:defRPr sz="2000"/>
            </a:pPr>
            <a:r>
              <a:t>Calibrate probabilities; evaluate with macro/weighted metrics</a:t>
            </a:r>
          </a:p>
          <a:p>
            <a:pPr>
              <a:defRPr sz="2000"/>
            </a:pPr>
            <a:r>
              <a:t>Add new features (behavioral, longitudinal trends) for robustness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